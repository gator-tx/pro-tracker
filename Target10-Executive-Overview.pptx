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7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D6B24"/>
          </a:solidFill>
          <a:ln w="12700">
            <a:solidFill>
              <a:srgbClr val="2D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uatpro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4206240" cy="12618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993392"/>
            <a:ext cx="4389120" cy="6400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Account Targeting Platform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48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5C17"/>
          </a:solidFill>
          <a:ln w="12700">
            <a:solidFill>
              <a:srgbClr val="1E5C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target10.unitedpro.org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5176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Manual Entry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365760" cy="4572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log calls and meetings in emails, spreadsheets, or not at all. It's slow and inconsistent — and managers never see the full picture.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5176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Visibility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1847088"/>
            <a:ext cx="365760" cy="4572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what's happening with key accounts in real time. Updates only happen in weekly meetings, creating blind spots.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65176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Focus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847088"/>
            <a:ext cx="365760" cy="4572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965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defined target list, reps spread effort too thin. The 10-account model forces prioritization on the highest-value opportunities.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Target10?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347472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 Per Target Period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3200400" cy="73152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Target Period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B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Focused. Time-Bound. Measurable.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005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is a mobile-first sales account tracking platform built exclusively for United Ag &amp; Turf |UAT PRO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1920240"/>
            <a:ext cx="201168" cy="201168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1901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 works a focused list of 10 high-value target accounts per target period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2487168"/>
            <a:ext cx="201168" cy="201168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2468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meeting, and email is logged in under 30 seconds from the field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3054096"/>
            <a:ext cx="201168" cy="201168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3035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live activity data — no more waiting for weekly meetings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3621024"/>
            <a:ext cx="201168" cy="201168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36027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move through defined stages: New → Contacted → Engaged → Proposal → Won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4187952"/>
            <a:ext cx="201168" cy="201168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41696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PWA — installs on any iPhone or Android, no App Store required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16002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10 Accounts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 sees only their assigned targets. Status badges, last contact date, and 60-day progress per account.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64008" cy="16002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216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call, meeting, or email in under 30 seconds from the field. Outcome, notes, and next activity captured.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64008" cy="16002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216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9632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move through 6 defined stages. Visual pipeline at a glance for both reps and managers.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64008" cy="16002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044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Bird's-eye view of all reps. Activity volume, at-risk accounts, and rep performance in real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64008" cy="16002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64992" y="3044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Period Countdown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60-day timer on every account. Creates urgency and keeps the team focused on the time-bound goal.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5040" y="2880360"/>
            <a:ext cx="64008" cy="16002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99632" y="3044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alert thresholds set by management. Reps notified when accounts need attention. Managers alerted when rep activity drops.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Rep Uses It Day-to-Day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completed in under 60 seconds while walking to your car after a meeting.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2423160"/>
            <a:ext cx="256032" cy="7315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463040" cy="324612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463040" cy="6400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opens Target10 from their phone home screen after a meeting. App loads their 10 accounts instantly.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2423160"/>
            <a:ext cx="256032" cy="7315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93392" y="1280160"/>
            <a:ext cx="1463040" cy="324612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1280160"/>
            <a:ext cx="1463040" cy="6400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96312" y="1417320"/>
            <a:ext cx="457200" cy="457200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9631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4832" y="19933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Account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242316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account they just visited. Full history of prior calls, notes, and status visible immediately.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75504" y="2423160"/>
            <a:ext cx="256032" cy="7315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12464" y="1280160"/>
            <a:ext cx="1463040" cy="324612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12464" y="1280160"/>
            <a:ext cx="1463040" cy="6400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15384" y="1417320"/>
            <a:ext cx="457200" cy="457200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1538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03904" y="19933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Activity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03904" y="242316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'+ Log Activity'. Select type (Call/Meeting/Email), outcome, and add notes. Done in under 30 seconds.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94576" y="2423160"/>
            <a:ext cx="256032" cy="7315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31536" y="1280160"/>
            <a:ext cx="1463040" cy="324612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31536" y="1280160"/>
            <a:ext cx="1463040" cy="6400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34456" y="1417320"/>
            <a:ext cx="457200" cy="457200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3445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22976" y="19933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242316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account from Contacted → Engaged with a single tap. Status updates live in Supabase instantly.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50608" y="1280160"/>
            <a:ext cx="1463040" cy="324612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50608" y="1280160"/>
            <a:ext cx="1463040" cy="6400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53528" y="1417320"/>
            <a:ext cx="457200" cy="457200"/>
          </a:xfrm>
          <a:prstGeom prst="ellipse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5352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42048" y="19933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Sees 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42048" y="242316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Manager's dashboard updates in real time. No meeting needed. No spreadsheet. No follow-up email.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Two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7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Rep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371600" cy="29260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73152" cy="20116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029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their assigned 10 target accounts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468880"/>
            <a:ext cx="73152" cy="20116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441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calls, meetings, and emails from the field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880360"/>
            <a:ext cx="73152" cy="20116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account status with a single tap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73152" cy="20116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264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 toward target goals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703320"/>
            <a:ext cx="73152" cy="20116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push notifications for at-risk accounts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114800"/>
            <a:ext cx="73152" cy="201168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next activities with Outlook sync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02336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 / Admin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37760" y="1600200"/>
            <a:ext cx="16459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057400"/>
            <a:ext cx="73152" cy="20116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2029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10 target accounts to each rep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468880"/>
            <a:ext cx="73152" cy="20116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2441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live dashboard across all reps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880360"/>
            <a:ext cx="73152" cy="20116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activity logs and meeting notes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291840"/>
            <a:ext cx="73152" cy="20116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3264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individual rep performance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703320"/>
            <a:ext cx="73152" cy="20116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2064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reports as Excel or PDF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4114800"/>
            <a:ext cx="73152" cy="20116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at-risk thresholds and target dates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73736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targets per rep per period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005840"/>
            <a:ext cx="1920240" cy="173736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42032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542032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Targets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urgency drives action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173736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logged in under 30 seconds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11696" y="1005840"/>
            <a:ext cx="1920240" cy="173736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11696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711696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11696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for managers — no lag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035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Rep Accountability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4747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is logged and timestamped. Managers know who is active and who needs coaching — in real time, not at the end of the month.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7373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3035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Win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4747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10-account model forces reps to prioritize. Focused reps close more deals than reps chasing 40 accounts with no structure.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3035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Management Overhead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34747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Friday status update emails. No more spreadsheets. Managers have a live dashboard that answers every question instantly.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6858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064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161288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codebase. Works in any browser AND installs on iPhone/Android home screen. No App Store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19656"/>
            <a:ext cx="64008" cy="6858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939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1929384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database, built-in authentication, and row-level security. Data is live across all devices instantly.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587752"/>
            <a:ext cx="64008" cy="6858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426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69748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hosting. App deploys in minutes. When code updates, all users get the new version immediately.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355848"/>
            <a:ext cx="64008" cy="6858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4107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630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465576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push notifications on iPhone and Android without an App Store. Works when installed as a PWA.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23944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123944"/>
            <a:ext cx="64008" cy="68580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1788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3982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target10.unitedpro.org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423367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branded domain for a professional, company-ready experience. Clean URL that reps and managers can bookmark and access from any device.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Rollout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749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73152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078992"/>
            <a:ext cx="1024128" cy="237744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078992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0352" y="13898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1810512"/>
            <a:ext cx="2322576" cy="1828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164592" cy="164592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screens built and deployed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560320"/>
            <a:ext cx="164592" cy="164592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reps onboarded with credentials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182112"/>
            <a:ext cx="164592" cy="164592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1638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 live at target.unitedpro.org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803904"/>
            <a:ext cx="164592" cy="164592"/>
          </a:xfrm>
          <a:prstGeom prst="ellipse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856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on iPhone and Android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651760" cy="374904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1024128" cy="237744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078992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64992" y="13898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Target Period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64992" y="1810512"/>
            <a:ext cx="2322576" cy="1828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01568" y="1938528"/>
            <a:ext cx="164592" cy="164592"/>
          </a:xfrm>
          <a:prstGeom prst="ellipse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10 target accounts per rep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1568" y="2560320"/>
            <a:ext cx="164592" cy="164592"/>
          </a:xfrm>
          <a:prstGeom prst="ellipse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60-day period start dates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01568" y="3182112"/>
            <a:ext cx="164592" cy="164592"/>
          </a:xfrm>
          <a:prstGeom prst="ellipse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0" y="31638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install app on home screen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01568" y="3803904"/>
            <a:ext cx="164592" cy="164592"/>
          </a:xfrm>
          <a:prstGeom prst="ellipse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0" y="37856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monitors daily activity dashboard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960120"/>
            <a:ext cx="2651760" cy="3749040"/>
          </a:xfrm>
          <a:prstGeom prst="rect">
            <a:avLst/>
          </a:prstGeom>
          <a:solidFill>
            <a:srgbClr val="F5F5F3"/>
          </a:solidFill>
          <a:ln w="635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35040" y="960120"/>
            <a:ext cx="2651760" cy="7315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9632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1078992"/>
            <a:ext cx="1024128" cy="2377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0" y="1078992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99632" y="13898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Expand Options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99632" y="1810512"/>
            <a:ext cx="2322576" cy="1828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36208" y="1938528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9224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target results and win rates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36208" y="256032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rep adoption and activity volume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36208" y="3182112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92240" y="31638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full CRM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36208" y="3803904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92240" y="37856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Outlook calendar integration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67C2B"/>
          </a:solidFill>
          <a:ln w="12700">
            <a:solidFill>
              <a:srgbClr val="367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TARGET10  |  United Ag &amp; Turf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67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73152"/>
            <a:ext cx="3200400" cy="4997196"/>
          </a:xfrm>
          <a:prstGeom prst="rect">
            <a:avLst/>
          </a:prstGeom>
          <a:solidFill>
            <a:srgbClr val="2D6B24"/>
          </a:solidFill>
          <a:ln w="12700">
            <a:solidFill>
              <a:srgbClr val="2D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45720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uatpro-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3474720" cy="1078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83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56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1371600" cy="54864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E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reps. Measurable results.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4E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for leadership.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4074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target.unitedpro.org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2648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B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Ag &amp; Turf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12648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1014</Words>
  <Application>Microsoft Macintosh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Target10 | United Ag &amp; Turf</dc:title>
  <dc:subject>PptxGenJS Presentation</dc:subject>
  <dc:creator>PptxGenJS</dc:creator>
  <cp:lastModifiedBy>ryan soper</cp:lastModifiedBy>
  <cp:revision>6</cp:revision>
  <dcterms:created xsi:type="dcterms:W3CDTF">2026-03-23T14:51:04Z</dcterms:created>
  <dcterms:modified xsi:type="dcterms:W3CDTF">2026-03-23T16:35:30Z</dcterms:modified>
</cp:coreProperties>
</file>